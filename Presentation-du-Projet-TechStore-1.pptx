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Manrope" panose="020B0604020202020204" charset="0"/>
      <p:regular r:id="rId1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A2EED-57B2-9F37-3D02-B8A4EA2870CB}" v="10" dt="2026-01-14T19:27:44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5782E-60BF-44CC-95EF-0BDCB89DCBB0}" type="datetimeFigureOut">
              <a:t>14/01/2026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B18BD-427E-4AEA-B7EE-9FE07966EA9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106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du Projet TechStore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592217"/>
            <a:ext cx="5723811" cy="52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Sommaire de la Présentation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1045" y="1544955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1045" y="1881783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741045" y="2033349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1045" y="2491026"/>
            <a:ext cx="4241602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Contexte et objectifs du projet TechStore.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4340" y="1544955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4340" y="1881783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5194340" y="2033349"/>
            <a:ext cx="282606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et Conception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194340" y="2491026"/>
            <a:ext cx="4241602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Présentation du sujet, charte graphique et architecture technique.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47634" y="1544955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47634" y="1881783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7634" y="2033349"/>
            <a:ext cx="4241602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- Module 1 : Produits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647634" y="2821781"/>
            <a:ext cx="4241602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Gestion, affichage, filtrage et formulaires des produits.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1045" y="3869412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1045" y="4206240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7" name="Text 15"/>
          <p:cNvSpPr/>
          <p:nvPr/>
        </p:nvSpPr>
        <p:spPr>
          <a:xfrm>
            <a:off x="741045" y="4357807"/>
            <a:ext cx="4241602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- Module 2 : Catégories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41045" y="5146238"/>
            <a:ext cx="4241602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CRUD des catégories et interconnexion des modules.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194340" y="3869412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194340" y="4206240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1" name="Text 19"/>
          <p:cNvSpPr/>
          <p:nvPr/>
        </p:nvSpPr>
        <p:spPr>
          <a:xfrm>
            <a:off x="5194340" y="4357807"/>
            <a:ext cx="4241602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- Dashboard et API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5194340" y="5146238"/>
            <a:ext cx="4241602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KPI, visualisation graphique et intégration API.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47634" y="3869412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647634" y="4206240"/>
            <a:ext cx="424160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5" name="Text 23"/>
          <p:cNvSpPr/>
          <p:nvPr/>
        </p:nvSpPr>
        <p:spPr>
          <a:xfrm>
            <a:off x="9647634" y="4357807"/>
            <a:ext cx="280166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et Solutions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9647634" y="4815483"/>
            <a:ext cx="4241602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Défis rencontrés et approches adoptées.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1045" y="6193869"/>
            <a:ext cx="211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1045" y="6530697"/>
            <a:ext cx="13148191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9" name="Text 27"/>
          <p:cNvSpPr/>
          <p:nvPr/>
        </p:nvSpPr>
        <p:spPr>
          <a:xfrm>
            <a:off x="741045" y="6682264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2050" dirty="0"/>
          </a:p>
        </p:txBody>
      </p:sp>
      <p:sp>
        <p:nvSpPr>
          <p:cNvPr id="30" name="Text 28"/>
          <p:cNvSpPr/>
          <p:nvPr/>
        </p:nvSpPr>
        <p:spPr>
          <a:xfrm>
            <a:off x="741045" y="7139940"/>
            <a:ext cx="13148191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831312"/>
            <a:ext cx="86779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: Le Projet Web "TechStore"</a:t>
            </a:r>
            <a:endParaRPr lang="en-US" sz="3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213" y="905828"/>
            <a:ext cx="8418433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et Conception du Projet TechStore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55213" y="1839158"/>
            <a:ext cx="4234934" cy="548449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2353" y="1839158"/>
            <a:ext cx="91440" cy="5484495"/>
          </a:xfrm>
          <a:prstGeom prst="roundRect">
            <a:avLst>
              <a:gd name="adj" fmla="val 204163"/>
            </a:avLst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1054060" y="2069425"/>
            <a:ext cx="3705820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du Sujet : TechStore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4060" y="2842022"/>
            <a:ext cx="3705820" cy="132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L'application offre une vue d'ensemble et des outils de gestion pour un administrateur de boutique, structurée autour de trois axes 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4060" y="4293751"/>
            <a:ext cx="370582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 des Produits : Suivi détaillé du stock, prix et classification.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060" y="5029914"/>
            <a:ext cx="3705820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 des Catégories : Organisation des rayons (ex: Ordinateurs, Smartphones).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4060" y="6097905"/>
            <a:ext cx="3705820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Tableau de Bord (Dashboard) : Visualisation statistique de l'état du magasin.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97554" y="1839158"/>
            <a:ext cx="4235053" cy="548449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74694" y="1839158"/>
            <a:ext cx="91440" cy="5484495"/>
          </a:xfrm>
          <a:prstGeom prst="roundRect">
            <a:avLst>
              <a:gd name="adj" fmla="val 204163"/>
            </a:avLst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5496401" y="2069425"/>
            <a:ext cx="3705939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 Graphique et Ergonomie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96401" y="2842022"/>
            <a:ext cx="3705939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 interface moderne pour une expérience utilisateur optimale 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96401" y="3630097"/>
            <a:ext cx="3705939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Palette de Couleurs : Thème clair avec des accents </a:t>
            </a:r>
            <a:r>
              <a:rPr lang="en-US" sz="16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violets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pour une identité "Tech" et dynamique.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6401" y="4698087"/>
            <a:ext cx="3705939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Navigation : Sidebar latérale fixe pour un accès instantané aux sections.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96401" y="5766078"/>
            <a:ext cx="3705939" cy="132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Modales : Formulaires d'ajout/modification en superposition pour maintenir le contexte.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40014" y="1839158"/>
            <a:ext cx="4235053" cy="548449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17154" y="1839158"/>
            <a:ext cx="91440" cy="5484495"/>
          </a:xfrm>
          <a:prstGeom prst="roundRect">
            <a:avLst>
              <a:gd name="adj" fmla="val 204163"/>
            </a:avLst>
          </a:prstGeom>
          <a:solidFill>
            <a:srgbClr val="FF7047"/>
          </a:solidFill>
          <a:ln/>
        </p:spPr>
      </p:sp>
      <p:sp>
        <p:nvSpPr>
          <p:cNvPr id="19" name="Text 17"/>
          <p:cNvSpPr/>
          <p:nvPr/>
        </p:nvSpPr>
        <p:spPr>
          <a:xfrm>
            <a:off x="9938861" y="2069425"/>
            <a:ext cx="3605212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Technique (SPA)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38861" y="2517934"/>
            <a:ext cx="3705939" cy="199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 structure unique </a:t>
            </a:r>
            <a:r>
              <a:rPr lang="en-US" sz="16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où la navigation est simulée via JavaScript (masquage/affichage des sections). Les données sont stockées localement dans le </a:t>
            </a:r>
            <a:r>
              <a:rPr lang="en-US" sz="16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du navigateur sous forme de JSON.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3069"/>
            <a:ext cx="1057644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- Module 1 : Gestion des Produits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002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module, le cœur de l'application, permet de visualiser et manipuler l'inventaire des produits.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18259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4526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639741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359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Affichage et Liste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85036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tableau dynamique généré en JavaScript présente les produits avec Nom, Prix, Catégorie, Stock et actions (Modifier, Supprimer).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218259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4526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639741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359950"/>
            <a:ext cx="28582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 et Recherche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85036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Barre de recherche en temps réel et filtre par catégorie pour une navigation fluide dans un large catalogue.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218259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4526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639741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359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 Modal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850368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Ajout/modification via une fenêtre modale ergonomique, avec validation des champs avant sauvegarde dans le localStorage.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6054"/>
            <a:ext cx="112379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- Module 2 : Gestion des Catégories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00005"/>
            <a:ext cx="2910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des Catégories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81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module simpliste mais essentiel permet de structurer l'inventaire en définissant des familles d'articles.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10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Ajout de nouvelles catégories via un bouton dédié.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32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Suppression des catégories existantes (ex: "Ordinateurs", "Smartphones").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583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formulaire d'ajout est une modale simple demandant uniquement le nom.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900005"/>
            <a:ext cx="37848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Interconnexion des Modules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481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aspect technique crucial est la liaison entre les modules 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1102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menu déroulant "Catégorie" du Module 1 se </a:t>
            </a:r>
            <a:r>
              <a:rPr lang="en-US" sz="1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 à jour automatiquement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avec les catégories définies ici.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1612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 logique gère les produits orphelins ou empêche la suppression d'une catégorie utilisée, garantissant l'intégrité des données.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2495"/>
            <a:ext cx="954393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: Indicateurs Clés et Visualisation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696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section Dashboard offre une vision synthétique et dynamique de l'activité du magasin.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1033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2565916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Produits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023247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Nombre d'articles uniques en stock.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50103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37000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9229130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Stock (MAD)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5023247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Valorisation totale de l'inventaire 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64130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2085" y="726400"/>
            <a:ext cx="7712631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: Graphiques et Intégration API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202085" y="2055376"/>
            <a:ext cx="7712631" cy="5447705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09705" y="2062996"/>
            <a:ext cx="7697391" cy="2752011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14135" y="2267426"/>
            <a:ext cx="404098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Visualisation Graphique (Chart.js)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14135" y="2709505"/>
            <a:ext cx="728853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Intégration de la librairie Chart.js pour un histogramme "Stock par Catégorie".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14135" y="3159204"/>
            <a:ext cx="728853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Axe X : Catégories (Ordinateurs, Smartphones).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14135" y="3557826"/>
            <a:ext cx="728853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Axe Y : Quantité cumulée de produits.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14135" y="3956447"/>
            <a:ext cx="7288530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Reflète les données saisies en temps réel pour une vue instantanée du stock.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9705" y="4815007"/>
            <a:ext cx="7697391" cy="26804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6209705" y="4815007"/>
            <a:ext cx="7697391" cy="22860"/>
          </a:xfrm>
          <a:prstGeom prst="roundRect">
            <a:avLst>
              <a:gd name="adj" fmla="val 805064"/>
            </a:avLst>
          </a:prstGeom>
          <a:solidFill>
            <a:srgbClr val="E5562D"/>
          </a:solidFill>
          <a:ln/>
        </p:spPr>
      </p:sp>
      <p:sp>
        <p:nvSpPr>
          <p:cNvPr id="13" name="Text 10"/>
          <p:cNvSpPr/>
          <p:nvPr/>
        </p:nvSpPr>
        <p:spPr>
          <a:xfrm>
            <a:off x="6414135" y="5019437"/>
            <a:ext cx="489192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API (Gestion des Utilisateurs)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14135" y="5461516"/>
            <a:ext cx="7288530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Pour la contrainte d'appel asynchrone, nous avons utilisé l'API publique JSONPlaceholder.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14135" y="6238280"/>
            <a:ext cx="728853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Simule une liste d'utilisateurs récents ou de clients fidèles.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14135" y="6636901"/>
            <a:ext cx="7288530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Données récupérées via une Promesse JavaScript et affichées dynamiquement dans le DOM.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6673"/>
            <a:ext cx="99841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Rencontrées et Solutions Apportées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863810"/>
            <a:ext cx="6407944" cy="3409117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2758202"/>
            <a:ext cx="272177" cy="27217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165" y="6106358"/>
            <a:ext cx="272177" cy="2721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4431" y="3234452"/>
            <a:ext cx="50506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Dynamique du Graphique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64431" y="3724870"/>
            <a:ext cx="566666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L'intégration de Chart.js a exigé une attention particulière pour la mise à jour des données. Nous avons encapsulé la création du graphique dans une fonction </a:t>
            </a:r>
            <a:r>
              <a:rPr lang="en-US" sz="17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updateChart()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appelée à chaque modification de l'inventaire, pour assurer une synchronisation parfaite.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863810"/>
            <a:ext cx="6408063" cy="3409117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939" y="2758202"/>
            <a:ext cx="272177" cy="27217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0042" y="6106358"/>
            <a:ext cx="272177" cy="2721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99189" y="3234452"/>
            <a:ext cx="4857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Modales en JS/CSS Pur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99189" y="3724870"/>
            <a:ext cx="566678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création des fenêtres modales sans framework a nécessité une rigueur dans la gestion du DOM. Nous avons développé une logique précise pour l'ouverture, la fermeture (y compris par clic en dehors de la zone), et le pré-remplissage des champs lors de la modification, garantissant une ergonomie fluide.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300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: 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1536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projet TechStore nous a permis de mettre en pratique l'ensemble des concepts fondamentaux du développement Web.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716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partant d'une page blanche et sans utiliser de framework, nous avons construit une application fonctionnelle, persistante et connectée, démontrant notre maîtrise du HTML5, CSS3 et JavaScript.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26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L'application finale offre une gestion fluide d'un petit stock informatique, avec une interface cohérente et des indicateurs fiables.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335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9</cp:revision>
  <dcterms:created xsi:type="dcterms:W3CDTF">2026-01-14T18:24:01Z</dcterms:created>
  <dcterms:modified xsi:type="dcterms:W3CDTF">2026-01-14T19:27:53Z</dcterms:modified>
</cp:coreProperties>
</file>